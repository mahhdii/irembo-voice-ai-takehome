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Rate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Voice</c:v>
                </c:pt>
                <c:pt idx="1">
                  <c:v>Web</c:v>
                </c:pt>
                <c:pt idx="2">
                  <c:v>USSD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54.36</c:v>
                </c:pt>
                <c:pt idx="1">
                  <c:v>64.38</c:v>
                </c:pt>
                <c:pt idx="2">
                  <c:v>67.44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Rate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Urban</c:v>
                </c:pt>
                <c:pt idx="1">
                  <c:v>Rural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56.96</c:v>
                </c:pt>
                <c:pt idx="1">
                  <c:v>56.05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Rate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Returning Users</c:v>
                </c:pt>
                <c:pt idx="1">
                  <c:v>First-time Users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56.57</c:v>
                </c:pt>
                <c:pt idx="1">
                  <c:v>56.21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Voice AI Impact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Irembo Voice AI – Analytics Dashboard Mockup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554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66CC"/>
                </a:solidFill>
              </a:defRPr>
            </a:pPr>
            <a:r>
              <a:t>1200</a:t>
            </a:r>
          </a:p>
          <a:p>
            <a:pPr algn="ctr">
              <a:defRPr sz="1400"/>
            </a:pPr>
            <a:r>
              <a:t>Total Sessions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371600"/>
            <a:ext cx="1554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66CC"/>
                </a:solidFill>
              </a:defRPr>
            </a:pPr>
            <a:r>
              <a:t>56.42%</a:t>
            </a:r>
          </a:p>
          <a:p>
            <a:pPr algn="ctr">
              <a:defRPr sz="1400"/>
            </a:pPr>
            <a:r>
              <a:t>Completion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40" y="1371600"/>
            <a:ext cx="1554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66CC"/>
                </a:solidFill>
              </a:defRPr>
            </a:pPr>
            <a:r>
              <a:t>88.75%</a:t>
            </a:r>
          </a:p>
          <a:p>
            <a:pPr algn="ctr">
              <a:defRPr sz="1400"/>
            </a:pPr>
            <a:r>
              <a:t>Error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1371600"/>
            <a:ext cx="1554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66CC"/>
                </a:solidFill>
              </a:defRPr>
            </a:pPr>
            <a:r>
              <a:t>121 sec</a:t>
            </a:r>
          </a:p>
          <a:p>
            <a:pPr algn="ctr">
              <a:defRPr sz="1400"/>
            </a:pPr>
            <a:r>
              <a:t>Avg Duration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371600"/>
            <a:ext cx="1554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66CC"/>
                </a:solidFill>
              </a:defRPr>
            </a:pPr>
            <a:r>
              <a:t>93.83%</a:t>
            </a:r>
          </a:p>
          <a:p>
            <a:pPr algn="ctr">
              <a:defRPr sz="1400"/>
            </a:pPr>
            <a:r>
              <a:t>AI Friction 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Completion Rate by Channel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Completion Rate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Completion Rate: First-time vs Returning Users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